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/Users/farhanshahid/dev/printshop/public/apple-touch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6032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PRINTOUT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85800" y="3566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6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send their files from their phone. You print them.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5120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0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printout-w5pr.onrender.com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60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slows the counter down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5486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queue up holding a pen drive, waiting for a free machine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come over WhatsApp and get lost among other chats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ask every student: how many copies? colour? both sides?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Mistakes mean reprinting — your paper and your toner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arrives at the same time between classes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0" y="1828800"/>
            <a:ext cx="4937760" cy="3108960"/>
          </a:xfrm>
          <a:prstGeom prst="rect">
            <a:avLst/>
          </a:prstGeom>
          <a:solidFill>
            <a:srgbClr val="F4F4F6"/>
          </a:solidFill>
          <a:ln w="12700">
            <a:solidFill>
              <a:srgbClr val="CB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194560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Printout takes all of that off the counter and puts it on the student’s phone.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60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 steps, start to finish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685800" y="1874520"/>
            <a:ext cx="502920" cy="502920"/>
          </a:xfrm>
          <a:prstGeom prst="ellipse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84708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Student scans your QR poster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1945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opens the website on their phone.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926080"/>
            <a:ext cx="502920" cy="502920"/>
          </a:xfrm>
          <a:prstGeom prst="ellipse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89864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They add files and choose settings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24612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Copies, colour or B&amp;W, one side or both — per file.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95020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job appears on your screen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29768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Instantly, with everything already decided.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029200"/>
            <a:ext cx="502920" cy="502920"/>
          </a:xfrm>
          <a:prstGeom prst="ellipse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029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500176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print and they collect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3492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give their name at the counter.</a:t>
            </a:r>
            <a:endParaRPr lang="en-US" sz="1400" dirty="0"/>
          </a:p>
        </p:txBody>
      </p:sp>
      <p:pic>
        <p:nvPicPr>
          <p:cNvPr id="24" name="Image 0" descr="/Users/farhanshahid/dev/printshop/deck/shot-stud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600200"/>
            <a:ext cx="1783080" cy="4023360"/>
          </a:xfrm>
          <a:prstGeom prst="rect">
            <a:avLst/>
          </a:prstGeom>
        </p:spPr>
      </p:pic>
      <p:pic>
        <p:nvPicPr>
          <p:cNvPr id="25" name="Image 1" descr="/Users/farhanshahid/dev/printshop/deck/shot-sl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600200"/>
            <a:ext cx="16916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89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SCREEN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queue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0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printout-w5pr.onrender.com/shop.html</a:t>
            </a:r>
            <a:endParaRPr lang="en-US" sz="1400" dirty="0"/>
          </a:p>
        </p:txBody>
      </p:sp>
      <p:pic>
        <p:nvPicPr>
          <p:cNvPr id="9" name="Image 0" descr="/Users/farhanshahid/dev/printshop/deck/shot-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7863840" cy="4572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778240" y="2103120"/>
            <a:ext cx="2926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5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on a computer or your phone</a:t>
            </a:r>
            <a:endParaRPr lang="en-US" sz="15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5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your password — students cannot see it</a:t>
            </a:r>
            <a:endParaRPr lang="en-US" sz="15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5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orders appear on their own, every second</a:t>
            </a:r>
            <a:endParaRPr lang="en-US" sz="15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5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install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60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 JOB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Everything you need is on the card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685800" y="1783080"/>
            <a:ext cx="2834640" cy="502920"/>
          </a:xfrm>
          <a:prstGeom prst="roundRect">
            <a:avLst>
              <a:gd name="adj" fmla="val 9091"/>
            </a:avLst>
          </a:prstGeom>
          <a:solidFill>
            <a:srgbClr val="F4F4F6"/>
          </a:solidFill>
          <a:ln w="12700">
            <a:solidFill>
              <a:srgbClr val="CB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GAURAV KUMAR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49040" y="178308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 the student gives at the counter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2496312"/>
            <a:ext cx="2834640" cy="502920"/>
          </a:xfrm>
          <a:prstGeom prst="roundRect">
            <a:avLst>
              <a:gd name="adj" fmla="val 9091"/>
            </a:avLst>
          </a:prstGeom>
          <a:solidFill>
            <a:srgbClr val="F4F4F6"/>
          </a:solidFill>
          <a:ln w="12700">
            <a:solidFill>
              <a:srgbClr val="CB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49631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₹26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49040" y="2496312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collect from them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3209544"/>
            <a:ext cx="2834640" cy="502920"/>
          </a:xfrm>
          <a:prstGeom prst="roundRect">
            <a:avLst>
              <a:gd name="adj" fmla="val 9091"/>
            </a:avLst>
          </a:prstGeom>
          <a:solidFill>
            <a:srgbClr val="F5B301"/>
          </a:solidFill>
          <a:ln w="12700">
            <a:solidFill>
              <a:srgbClr val="F5B3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209544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pages · 2 copies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49040" y="3209544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paper it needs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3922776"/>
            <a:ext cx="2834640" cy="502920"/>
          </a:xfrm>
          <a:prstGeom prst="roundRect">
            <a:avLst>
              <a:gd name="adj" fmla="val 9091"/>
            </a:avLst>
          </a:prstGeom>
          <a:solidFill>
            <a:srgbClr val="D6006E"/>
          </a:solidFill>
          <a:ln w="12700">
            <a:solidFill>
              <a:srgbClr val="D600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922776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COLOUR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749040" y="3922776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this file in colour — pink label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5800" y="4636008"/>
            <a:ext cx="2834640" cy="502920"/>
          </a:xfrm>
          <a:prstGeom prst="roundRect">
            <a:avLst>
              <a:gd name="adj" fmla="val 9091"/>
            </a:avLst>
          </a:prstGeom>
          <a:solidFill>
            <a:srgbClr val="0089C7"/>
          </a:solidFill>
          <a:ln w="12700">
            <a:solidFill>
              <a:srgbClr val="0089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63600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BOTH SIDES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749040" y="4636008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on both sides — blue label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85800" y="5349240"/>
            <a:ext cx="2834640" cy="502920"/>
          </a:xfrm>
          <a:prstGeom prst="roundRect">
            <a:avLst>
              <a:gd name="adj" fmla="val 9091"/>
            </a:avLst>
          </a:prstGeom>
          <a:solidFill>
            <a:srgbClr val="D6006E"/>
          </a:solidFill>
          <a:ln w="12700">
            <a:solidFill>
              <a:srgbClr val="D600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349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MIXED INK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749040" y="534924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order has colour and B&amp;W files together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60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PRESS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buttons, that is all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685800" y="1920240"/>
            <a:ext cx="2926080" cy="640080"/>
          </a:xfrm>
          <a:prstGeom prst="roundRect">
            <a:avLst>
              <a:gd name="adj" fmla="val 7143"/>
            </a:avLst>
          </a:prstGeom>
          <a:solidFill>
            <a:srgbClr val="15171B"/>
          </a:solidFill>
          <a:ln w="1905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202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 PRINTED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931920" y="1920240"/>
            <a:ext cx="7589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once you have printed it. The job turns blue and waits for pickup.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2926080" cy="640080"/>
          </a:xfrm>
          <a:prstGeom prst="roundRect">
            <a:avLst>
              <a:gd name="adj" fmla="val 7143"/>
            </a:avLst>
          </a:prstGeom>
          <a:solidFill>
            <a:srgbClr val="15171B"/>
          </a:solidFill>
          <a:ln w="1905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2918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COLLECTED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31920" y="3291840"/>
            <a:ext cx="7589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when the student has taken their prints and paid.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663440"/>
            <a:ext cx="292608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D600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6634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600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DELETE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931920" y="4663440"/>
            <a:ext cx="7589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Clears the job and its files. Asks twice. Use it to tidy up finished work.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tabs at the top — Waiting, Prepaid, Printed, Collected — sort the same jobs.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60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 has paid, and who has not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39319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5A60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2880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cash when they come. Print when they are standing there.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063240"/>
            <a:ext cx="39319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8A5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06324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SAYS PAID — CHECK YOUR APP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306324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student sent money by UPI. Check Paytm, then press ₹ received.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39319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0A7A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7A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429768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confirmed. You can print now, even if they come later.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623560"/>
            <a:ext cx="10835640" cy="777240"/>
          </a:xfrm>
          <a:prstGeom prst="rect">
            <a:avLst/>
          </a:prstGeom>
          <a:solidFill>
            <a:srgbClr val="FFF4F9"/>
          </a:solidFill>
          <a:ln w="12700">
            <a:solidFill>
              <a:srgbClr val="D600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62356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Important: a student can tap “I have paid” without paying. Only press ₹ received after you see the money in your app.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60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bill adds itself 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5486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website counts the pages inside every PDF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= pages × copies × your rate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now: ₹2 a page black &amp; white, ₹10 a page colour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count as one page each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files cannot be counted — those say “+ quote”, so you price them by hand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can be changed whenever you want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66560" y="1920240"/>
            <a:ext cx="4754880" cy="2286000"/>
          </a:xfrm>
          <a:prstGeom prst="rect">
            <a:avLst/>
          </a:prstGeom>
          <a:solidFill>
            <a:srgbClr val="F4F4F6"/>
          </a:solidFill>
          <a:ln w="12700">
            <a:solidFill>
              <a:srgbClr val="CB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21945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pages × 2 copies × ₹2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0" y="27432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= ₹16</a:t>
            </a:r>
            <a:endParaRPr lang="en-US" sz="4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60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START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you need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5486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phone, tablet or computer with internet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queue link, saved as a bookmark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password — keep it to yourself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QR poster stuck up at the counter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UPI ID set on the website, so payments reach you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675120" y="1828800"/>
            <a:ext cx="484632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517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1488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Scan. Send. Collect.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949440" y="2743200"/>
            <a:ext cx="4297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the A4 poster and stick it where students queue. That is the only thing they need to see.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238" cy="146304"/>
          </a:xfrm>
          <a:prstGeom prst="rect">
            <a:avLst/>
          </a:prstGeom>
          <a:solidFill>
            <a:srgbClr val="008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238" y="0"/>
            <a:ext cx="3047238" cy="146304"/>
          </a:xfrm>
          <a:prstGeom prst="rect">
            <a:avLst/>
          </a:prstGeom>
          <a:solidFill>
            <a:srgbClr val="D600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4476" y="0"/>
            <a:ext cx="3047238" cy="146304"/>
          </a:xfrm>
          <a:prstGeom prst="rect">
            <a:avLst/>
          </a:prstGeom>
          <a:solidFill>
            <a:srgbClr val="F5B30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1714" y="0"/>
            <a:ext cx="3047238" cy="146304"/>
          </a:xfrm>
          <a:prstGeom prst="rect">
            <a:avLst/>
          </a:prstGeom>
          <a:solidFill>
            <a:srgbClr val="1517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60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SHORT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5171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Less asking. Less reprinting.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5486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pen drives at the counter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asking how many copies, or colour or not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can pay before they arrive, so prints are ready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keep a record of every job of the day</a:t>
            </a:r>
            <a:endParaRPr lang="en-US" sz="17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1517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install, and nothing to pay for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85800" y="58521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00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Ask Farhan.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PRINTOUT — how it works at the counter</dc:title>
  <dc:subject>PptxGenJS Presentation</dc:subject>
  <dc:creator>Printout</dc:creator>
  <cp:lastModifiedBy>Printout</cp:lastModifiedBy>
  <cp:revision>1</cp:revision>
  <dcterms:created xsi:type="dcterms:W3CDTF">2026-08-17T20:24:22Z</dcterms:created>
  <dcterms:modified xsi:type="dcterms:W3CDTF">2026-08-17T20:24:22Z</dcterms:modified>
</cp:coreProperties>
</file>